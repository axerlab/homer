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58"/>
  </p:normalViewPr>
  <p:slideViewPr>
    <p:cSldViewPr snapToGrid="0">
      <p:cViewPr varScale="1">
        <p:scale>
          <a:sx n="128" d="100"/>
          <a:sy n="128" d="100"/>
        </p:scale>
        <p:origin x="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1/25/26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2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Calibri Light</vt:lpstr>
      <vt:lpstr>Rockwell</vt:lpstr>
      <vt:lpstr>Wingdings</vt:lpstr>
      <vt:lpstr>Atlas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Aritra Bhaduri</dc:creator>
  <cp:lastModifiedBy>Aritra Bhaduri</cp:lastModifiedBy>
  <cp:revision>1</cp:revision>
  <dcterms:created xsi:type="dcterms:W3CDTF">2026-01-24T18:33:12Z</dcterms:created>
  <dcterms:modified xsi:type="dcterms:W3CDTF">2026-01-24T18:35:26Z</dcterms:modified>
</cp:coreProperties>
</file>