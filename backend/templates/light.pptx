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8" r:id="rId1"/>
  </p:sldMaster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DDA51639-B2D6-4652-B8C3-1B4C224A7BAF}" type="datetimeFigureOut">
              <a:rPr lang="en-US" dirty="0"/>
              <a:t>12/14/25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F5DD9-2C52-442D-92E2-8072C0C3D7CD}" type="datetimeFigureOut">
              <a:rPr lang="en-US" dirty="0"/>
              <a:t>12/14/25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44961B7-6B89-48AB-966F-622E2788EECC}" type="datetimeFigureOut">
              <a:rPr lang="en-US" dirty="0"/>
              <a:t>12/14/25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D6FB-79CC-4683-A046-BBE785BA1BED}" type="datetimeFigureOut">
              <a:rPr lang="en-US" dirty="0"/>
              <a:t>12/14/25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2B3E8-48F1-4B23-8498-D8A04A81EC9C}" type="datetimeFigureOut">
              <a:rPr lang="en-US" dirty="0"/>
              <a:t>12/14/25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90D90-AA62-404D-A741-635B4370F9CB}" type="datetimeFigureOut">
              <a:rPr lang="en-US" dirty="0"/>
              <a:t>12/14/25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002E4-6836-46D1-9DBB-3C27C0DD3A89}" type="datetimeFigureOut">
              <a:rPr lang="en-US" dirty="0"/>
              <a:t>12/14/25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31DD-A141-4471-BCF9-C6073EDD7E20}" type="datetimeFigureOut">
              <a:rPr lang="en-US" dirty="0"/>
              <a:t>12/14/25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AB334A90-EB03-42F3-8859-2C2B2724C058}" type="datetimeFigureOut">
              <a:rPr lang="en-US" dirty="0"/>
              <a:t>12/14/25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BC48EC7-AF6A-48D3-8284-14BACBEBDD84}" type="datetimeFigureOut">
              <a:rPr lang="en-US" dirty="0"/>
              <a:t>12/14/25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3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Century Gothic</vt:lpstr>
      <vt:lpstr>Garamond</vt:lpstr>
      <vt:lpstr>Savon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Aritra Bhaduri</dc:creator>
  <cp:lastModifiedBy>Aritra Bhaduri</cp:lastModifiedBy>
  <cp:revision>2</cp:revision>
  <dcterms:created xsi:type="dcterms:W3CDTF">2025-12-14T18:03:13Z</dcterms:created>
  <dcterms:modified xsi:type="dcterms:W3CDTF">2025-12-14T18:06:45Z</dcterms:modified>
</cp:coreProperties>
</file>