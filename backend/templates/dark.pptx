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280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516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120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605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299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729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489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114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30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0715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2A3AD49-9331-450C-A2FE-6857A4DB38C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73CC670F-05B9-4BB7-BA2C-0DE5B5C1E5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B453C-F2B2-4ECA-A6ED-7DBEF1B6D3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{D65CE3C8-AC2C-406C-A770-7AE54FF9822B}tf00934815_win32</Template>
  <TotalTime>3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Goudy Old Style</vt:lpstr>
      <vt:lpstr>Wingdings 2</vt:lpstr>
      <vt:lpstr>SlateVTI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Aritra Bhaduri</dc:creator>
  <cp:lastModifiedBy>Aritra Bhaduri</cp:lastModifiedBy>
  <cp:revision>1</cp:revision>
  <dcterms:created xsi:type="dcterms:W3CDTF">2025-12-14T17:29:22Z</dcterms:created>
  <dcterms:modified xsi:type="dcterms:W3CDTF">2025-12-14T17:32:55Z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