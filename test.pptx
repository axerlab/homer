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 to Artificial Intelligence</a:t>
            </a:r>
          </a:p>
        </p:txBody>
      </p:sp>
      <p:sp>
        <p:nvSpPr>
          <p:cNvPr id="3" name="Content Placeholder 2"/>
          <p:cNvSpPr>
            <a:spLocks noGrp="1"/>
          </p:cNvSpPr>
          <p:nvPr>
            <p:ph idx="1"/>
          </p:nvPr>
        </p:nvSpPr>
        <p:spPr/>
        <p:txBody>
          <a:bodyPr/>
          <a:lstStyle/>
          <a:p/>
          <a:p>
            <a:r>
              <a:t>Artificial Intelligence (AI) refers to the development of computer systems that can perform tasks that would typically require human intelligence, such as learning, problem-solving, and decision-making.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History of AI</a:t>
            </a:r>
          </a:p>
        </p:txBody>
      </p:sp>
      <p:sp>
        <p:nvSpPr>
          <p:cNvPr id="3" name="Content Placeholder 2"/>
          <p:cNvSpPr>
            <a:spLocks noGrp="1"/>
          </p:cNvSpPr>
          <p:nvPr>
            <p:ph idx="1" sz="half"/>
          </p:nvPr>
        </p:nvSpPr>
        <p:spPr/>
        <p:txBody>
          <a:bodyPr/>
          <a:lstStyle/>
          <a:p/>
          <a:p>
            <a:r>
              <a:t>The term AI was first coined in 1956 by John McCarthy. Since then, AI has undergone significant developments, from rule-based systems to machine learning and deep learning.</a:t>
            </a:r>
          </a:p>
        </p:txBody>
      </p:sp>
      <p:sp>
        <p:nvSpPr>
          <p:cNvPr id="4" name="Content Placeholder 3"/>
          <p:cNvSpPr>
            <a:spLocks noGrp="1"/>
          </p:cNvSpPr>
          <p:nvPr>
            <p:ph idx="2" sz="half"/>
          </p:nvPr>
        </p:nvSpPr>
        <p:spPr/>
        <p:txBody>
          <a:bodyPr/>
          <a:lstStyle/>
          <a:p/>
          <a:p>
            <a:r>
              <a:t>AI has been influenced by various fields, including mathematics, computer science, and cognitive psychology.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Types of AI</a:t>
            </a:r>
          </a:p>
        </p:txBody>
      </p:sp>
      <p:sp>
        <p:nvSpPr>
          <p:cNvPr id="3" name="Text Placeholder 2"/>
          <p:cNvSpPr>
            <a:spLocks noGrp="1"/>
          </p:cNvSpPr>
          <p:nvPr>
            <p:ph type="body" idx="1"/>
          </p:nvPr>
        </p:nvSpPr>
        <p:spPr/>
        <p:txBody>
          <a:bodyPr/>
          <a:lstStyle/>
          <a:p>
            <a:r>
              <a:t>Narrow or Weak AI</a:t>
            </a:r>
          </a:p>
        </p:txBody>
      </p:sp>
      <p:sp>
        <p:nvSpPr>
          <p:cNvPr id="4" name="Content Placeholder 3"/>
          <p:cNvSpPr>
            <a:spLocks noGrp="1"/>
          </p:cNvSpPr>
          <p:nvPr>
            <p:ph idx="2" sz="half"/>
          </p:nvPr>
        </p:nvSpPr>
        <p:spPr/>
        <p:txBody>
          <a:bodyPr/>
          <a:lstStyle/>
          <a:p/>
          <a:p>
            <a:pPr lvl="1"/>
            <a:r>
              <a:t>Designed to perform a specific task</a:t>
            </a:r>
            <a:br/>
            <a:r>
              <a:t>Limited to a particular domain</a:t>
            </a:r>
          </a:p>
        </p:txBody>
      </p:sp>
      <p:sp>
        <p:nvSpPr>
          <p:cNvPr id="5" name="Text Placeholder 4"/>
          <p:cNvSpPr>
            <a:spLocks noGrp="1"/>
          </p:cNvSpPr>
          <p:nvPr>
            <p:ph type="body" idx="3" sz="quarter"/>
          </p:nvPr>
        </p:nvSpPr>
        <p:spPr/>
        <p:txBody>
          <a:bodyPr/>
          <a:lstStyle/>
          <a:p>
            <a:r>
              <a:t>General or Strong AI</a:t>
            </a:r>
          </a:p>
        </p:txBody>
      </p:sp>
      <p:sp>
        <p:nvSpPr>
          <p:cNvPr id="6" name="Content Placeholder 5"/>
          <p:cNvSpPr>
            <a:spLocks noGrp="1"/>
          </p:cNvSpPr>
          <p:nvPr>
            <p:ph idx="4" sz="quarter"/>
          </p:nvPr>
        </p:nvSpPr>
        <p:spPr/>
        <p:txBody>
          <a:bodyPr/>
          <a:lstStyle/>
          <a:p/>
          <a:p>
            <a:pPr lvl="1"/>
            <a:r>
              <a:t>Able to perform any intellectual task</a:t>
            </a:r>
            <a:br/>
            <a:r>
              <a:t>Still in the development stage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Applications of AI</a:t>
            </a:r>
          </a:p>
        </p:txBody>
      </p:sp>
      <p:sp>
        <p:nvSpPr>
          <p:cNvPr id="3" name="Content Placeholder 2"/>
          <p:cNvSpPr>
            <a:spLocks noGrp="1"/>
          </p:cNvSpPr>
          <p:nvPr>
            <p:ph idx="1"/>
          </p:nvPr>
        </p:nvSpPr>
        <p:spPr/>
        <p:txBody>
          <a:bodyPr/>
          <a:lstStyle/>
          <a:p/>
          <a:p>
            <a:pPr lvl="1"/>
            <a:r>
              <a:t>Virtual assistants</a:t>
            </a:r>
            <a:br/>
            <a:r>
              <a:t>Image recognition</a:t>
            </a:r>
            <a:br/>
            <a:r>
              <a:t>Natural language processing</a:t>
            </a:r>
            <a:br/>
            <a:r>
              <a:t>Predictive maintenance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in Healthcare</a:t>
            </a:r>
          </a:p>
        </p:txBody>
      </p:sp>
      <p:sp>
        <p:nvSpPr>
          <p:cNvPr id="3" name="Content Placeholder 2"/>
          <p:cNvSpPr>
            <a:spLocks noGrp="1"/>
          </p:cNvSpPr>
          <p:nvPr>
            <p:ph idx="1" sz="half"/>
          </p:nvPr>
        </p:nvSpPr>
        <p:spPr/>
        <p:txBody>
          <a:bodyPr/>
          <a:lstStyle/>
          <a:p/>
          <a:p>
            <a:r>
              <a:t>AI is being used in healthcare to improve patient outcomes, enhance disease diagnosis, and personalize treatment plans.</a:t>
            </a:r>
          </a:p>
        </p:txBody>
      </p:sp>
      <p:sp>
        <p:nvSpPr>
          <p:cNvPr id="4" name="Content Placeholder 3"/>
          <p:cNvSpPr>
            <a:spLocks noGrp="1"/>
          </p:cNvSpPr>
          <p:nvPr>
            <p:ph idx="2" sz="half"/>
          </p:nvPr>
        </p:nvSpPr>
        <p:spPr/>
        <p:txBody>
          <a:bodyPr/>
          <a:lstStyle/>
          <a:p/>
          <a:p>
            <a:r>
              <a:t>AI-powered chatbots are also being used to provide patients with personalized support and guidance.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in Finance</a:t>
            </a:r>
          </a:p>
        </p:txBody>
      </p:sp>
      <p:sp>
        <p:nvSpPr>
          <p:cNvPr id="3" name="Text Placeholder 2"/>
          <p:cNvSpPr>
            <a:spLocks noGrp="1"/>
          </p:cNvSpPr>
          <p:nvPr>
            <p:ph type="body" idx="1"/>
          </p:nvPr>
        </p:nvSpPr>
        <p:spPr/>
        <p:txBody>
          <a:bodyPr/>
          <a:lstStyle/>
          <a:p>
            <a:r>
              <a:t>Risk Management</a:t>
            </a:r>
          </a:p>
        </p:txBody>
      </p:sp>
      <p:sp>
        <p:nvSpPr>
          <p:cNvPr id="4" name="Content Placeholder 3"/>
          <p:cNvSpPr>
            <a:spLocks noGrp="1"/>
          </p:cNvSpPr>
          <p:nvPr>
            <p:ph idx="2" sz="half"/>
          </p:nvPr>
        </p:nvSpPr>
        <p:spPr/>
        <p:txBody>
          <a:bodyPr/>
          <a:lstStyle/>
          <a:p/>
          <a:p>
            <a:pPr lvl="1"/>
            <a:r>
              <a:t>Detect and prevent fraudulent activities</a:t>
            </a:r>
            <a:br/>
            <a:r>
              <a:t>Predict market trends</a:t>
            </a:r>
            <a:br/>
            <a:r>
              <a:t>Analyze customer behavior</a:t>
            </a:r>
          </a:p>
        </p:txBody>
      </p:sp>
      <p:sp>
        <p:nvSpPr>
          <p:cNvPr id="5" name="Text Placeholder 4"/>
          <p:cNvSpPr>
            <a:spLocks noGrp="1"/>
          </p:cNvSpPr>
          <p:nvPr>
            <p:ph type="body" idx="3" sz="quarter"/>
          </p:nvPr>
        </p:nvSpPr>
        <p:spPr/>
        <p:txBody>
          <a:bodyPr/>
          <a:lstStyle/>
          <a:p>
            <a:r>
              <a:t>Investment Analysis</a:t>
            </a:r>
          </a:p>
        </p:txBody>
      </p:sp>
      <p:sp>
        <p:nvSpPr>
          <p:cNvPr id="6" name="Content Placeholder 5"/>
          <p:cNvSpPr>
            <a:spLocks noGrp="1"/>
          </p:cNvSpPr>
          <p:nvPr>
            <p:ph idx="4" sz="quarter"/>
          </p:nvPr>
        </p:nvSpPr>
        <p:spPr/>
        <p:txBody>
          <a:bodyPr/>
          <a:lstStyle/>
          <a:p/>
          <a:p>
            <a:pPr lvl="1"/>
            <a:r>
              <a:t>Analyze large datasets</a:t>
            </a:r>
            <a:br/>
            <a:r>
              <a:t>Identify patterns</a:t>
            </a:r>
            <a:br/>
            <a:r>
              <a:t>Make investment recommendations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
            <a:r>
              <a:t>Artificial Intelligence has the potential to revolutionize various industries and aspects of our lives. As AI technology continues to evolve, we can expect to see significant advancements in the coming years.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