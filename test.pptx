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Avengers: Earth's Mightiest Heroes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legendary superhero team that has captured the hearts of millions worldwide, both in comics and on the silver screen.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Origins in the Comics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First appeared in The Avengers #1 in September 1963</a:t>
            </a:r>
          </a:p>
          <a:p>
            <a:pPr lvl="1"/>
            <a:r>
              <a:t>Created by writer Stan Lee and artist Jack Kirby</a:t>
            </a:r>
          </a:p>
          <a:p>
            <a:pPr lvl="1"/>
            <a:r>
              <a:t>Original team included Iron Man, Thor, Hulk, Ant-Man, and Wasp</a:t>
            </a:r>
          </a:p>
          <a:p>
            <a:pPr lvl="1"/>
            <a:r>
              <a:t>Formed to fight villains too powerful for individual heroes</a:t>
            </a:r>
          </a:p>
          <a:p>
            <a:pPr lvl="1"/>
            <a:r>
              <a:t>Nick Fury later brought the team together as S.H.I.E.L.D. director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Marvel Cinematic Universe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MCU's The Avengers released in 2012</a:t>
            </a:r>
          </a:p>
          <a:p>
            <a:pPr lvl="1"/>
            <a:r>
              <a:t>Directed by Joss Whedon</a:t>
            </a:r>
          </a:p>
          <a:p>
            <a:pPr lvl="1"/>
            <a:r>
              <a:t>Brought together heroes from individual films</a:t>
            </a:r>
          </a:p>
          <a:p>
            <a:pPr lvl="1"/>
            <a:r>
              <a:t>Became the third highest-grossing film of all time</a:t>
            </a:r>
          </a:p>
          <a:p>
            <a:pPr lvl="1"/>
            <a:r>
              <a:t>Established the MCU as a dominant force in cinema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Iron Man (Tony Stark) - Genius billionaire with advanced armor</a:t>
            </a:r>
          </a:p>
          <a:p>
            <a:pPr lvl="1"/>
            <a:r>
              <a:t>Captain America (Steve Rogers) - Super-soldier and natural leader</a:t>
            </a:r>
          </a:p>
          <a:p>
            <a:pPr lvl="1"/>
            <a:r>
              <a:t>Thor - God of Thunder from Asgard</a:t>
            </a:r>
          </a:p>
          <a:p>
            <a:pPr lvl="1"/>
            <a:r>
              <a:t>Hulk (Bruce Banner) - Scientist with gamma-powered alter ego</a:t>
            </a:r>
          </a:p>
          <a:p>
            <a:pPr lvl="1"/>
            <a:r>
              <a:t>Black Widow (Natasha Romanoff) - Master spy and assassin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Villains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Loki - Thor's adopted brother and god of mischief</a:t>
            </a:r>
          </a:p>
          <a:p>
            <a:pPr lvl="1"/>
            <a:r>
              <a:t>Thanos - The Mad Titan seeking the Infinity Stones</a:t>
            </a:r>
          </a:p>
          <a:p>
            <a:pPr lvl="1"/>
            <a:r>
              <a:t>Ultron - AI gone rogue created by Tony Stark</a:t>
            </a:r>
          </a:p>
          <a:p>
            <a:pPr lvl="1"/>
            <a:r>
              <a:t>Alien invasions and global threats</a:t>
            </a:r>
          </a:p>
          <a:p>
            <a:pPr lvl="1"/>
            <a:r>
              <a:t>Internal conflicts and personal demons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Revolutionized superhero team-up films</a:t>
            </a:r>
          </a:p>
          <a:p>
            <a:pPr lvl="1"/>
            <a:r>
              <a:t>Created a shared cinematic universe model</a:t>
            </a:r>
          </a:p>
          <a:p>
            <a:pPr lvl="1"/>
            <a:r>
              <a:t>Iconic catchphrases like "Avengers, assemble!"</a:t>
            </a:r>
          </a:p>
          <a:p>
            <a:pPr lvl="1"/>
            <a:r>
              <a:t>Inspired countless merchandise and spin-offs</a:t>
            </a:r>
          </a:p>
          <a:p>
            <a:pPr lvl="1"/>
            <a:r>
              <a:t>Brought comic book culture mainstream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Office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Avengers: Endgame became highest-grossing film ever</a:t>
            </a:r>
          </a:p>
          <a:p>
            <a:pPr lvl="1"/>
            <a:r>
              <a:t>Combined MCU films earned over $22 billion</a:t>
            </a:r>
          </a:p>
          <a:p>
            <a:pPr lvl="1"/>
            <a:r>
              <a:t>Avengers films consistently broke records</a:t>
            </a:r>
          </a:p>
          <a:p>
            <a:pPr lvl="1"/>
            <a:r>
              <a:t>Global phenomenon across all demographics</a:t>
            </a:r>
          </a:p>
          <a:p>
            <a:pPr lvl="1"/>
            <a:r>
              <a:t>Set new standards for blockbuster filmmaking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Avengers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Avengers have redefined modern entertainment, proving that superhero stories can be both commercially successful and critically acclaimed.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Themes That Resonate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Avengers explore universal themes that connect with audiences worldwide.</a:t>
            </a:r>
          </a:p>
          <a:p>
            <a:pPr lvl="1"/>
            <a:r>
              <a:t>Heroism in the face of adversity</a:t>
            </a:r>
          </a:p>
          <a:p>
            <a:pPr lvl="1"/>
            <a:r>
              <a:t>Sacrifice for the greater good</a:t>
            </a:r>
          </a:p>
          <a:p>
            <a:pPr lvl="1"/>
            <a:r>
              <a:t>Unity against overwhelming odds</a:t>
            </a:r>
          </a:p>
          <a:p>
            <a:pPr lvl="1"/>
            <a:r>
              <a:t>Power of teamwork and friendship</a:t>
            </a:r>
          </a:p>
          <a:p>
            <a:pPr lvl="1"/>
            <a:r>
              <a:t>Redemption and second chances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