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Pokémon: Catch 'Em All!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Exploring the Global Phenomenon That Changed Gaming Forever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Pokémon?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Media franchise created by Satoshi Tajiri in 1995</a:t>
            </a:r>
          </a:p>
          <a:p>
            <a:pPr lvl="1"/>
            <a:r>
              <a:t>Short for 'Pocket Monsters' in Japanese</a:t>
            </a:r>
          </a:p>
          <a:p>
            <a:pPr lvl="1"/>
            <a:r>
              <a:t>Features fictional creatures called Pokémon</a:t>
            </a:r>
          </a:p>
          <a:p>
            <a:pPr lvl="1"/>
            <a:r>
              <a:t>Trainers catch and battle Pokémon</a:t>
            </a:r>
          </a:p>
          <a:p>
            <a:pPr lvl="1"/>
            <a:r>
              <a:t>Spanning games, TV shows, movies, cards, and more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Beginning: 1996-1998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Pokémon Red and Green released in Japan (1996)</a:t>
            </a:r>
          </a:p>
          <a:p>
            <a:pPr lvl="1"/>
            <a:r>
              <a:t>Pokémon Blue followed with enhanced graphics</a:t>
            </a:r>
          </a:p>
          <a:p>
            <a:pPr lvl="1"/>
            <a:r>
              <a:t>Revolutionary Game Boy RPG concept</a:t>
            </a:r>
          </a:p>
          <a:p>
            <a:pPr lvl="1"/>
            <a:r>
              <a:t>Trading feature between games</a:t>
            </a:r>
          </a:p>
          <a:p>
            <a:pPr lvl="1"/>
            <a:r>
              <a:t>Slogan: 'Gotta Catch 'Em All!'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Global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Pokémon Red and Blue hit North America (1998)</a:t>
            </a:r>
          </a:p>
          <a:p>
            <a:pPr lvl="1"/>
            <a:r>
              <a:t>Anime series premiered worldwide</a:t>
            </a:r>
          </a:p>
          <a:p>
            <a:pPr lvl="1"/>
            <a:r>
              <a:t>Trading Card Game launched</a:t>
            </a:r>
          </a:p>
          <a:p>
            <a:pPr lvl="1"/>
            <a:r>
              <a:t>Pokémon became a cultural phenomenon</a:t>
            </a:r>
          </a:p>
          <a:p>
            <a:pPr lvl="1"/>
            <a:r>
              <a:t>Pikachu became the franchise mascot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Gameplay Mechanics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Capture wild Pokémon using Poké Balls</a:t>
            </a:r>
          </a:p>
          <a:p>
            <a:pPr lvl="1"/>
            <a:r>
              <a:t>Train Pokémon to increase levels</a:t>
            </a:r>
          </a:p>
          <a:p>
            <a:pPr lvl="1"/>
            <a:r>
              <a:t>Battle system with type advantages</a:t>
            </a:r>
          </a:p>
          <a:p>
            <a:pPr lvl="1"/>
            <a:r>
              <a:t>Evolution makes Pokémon stronger</a:t>
            </a:r>
          </a:p>
          <a:p>
            <a:pPr lvl="1"/>
            <a:r>
              <a:t>Trade to complete your Pokédex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Regional Pokémon Variants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Beyond the original 150, Pokémon introduced regional variants that reimagined familiar species</a:t>
            </a:r>
          </a:p>
          <a:p>
            <a:pPr lvl="1"/>
            <a:r>
              <a:t>Alolan forms: Tropical variants from Generation VII</a:t>
            </a:r>
          </a:p>
          <a:p>
            <a:pPr lvl="1"/>
            <a:r>
              <a:t>Galarian forms: British-inspired variants from Generation VIII</a:t>
            </a:r>
          </a:p>
          <a:p>
            <a:pPr lvl="1"/>
            <a:r>
              <a:t>Hisuian forms: Historical variants from Pokémon Legends: Arceus</a:t>
            </a:r>
          </a:p>
          <a:p>
            <a:pPr lvl="1"/>
            <a:r>
              <a:t>Regional variants have different types and abilities</a:t>
            </a:r>
          </a:p>
          <a:p>
            <a:pPr lvl="1"/>
            <a:r>
              <a:t>Shows how Pokémon adapt to different environments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Evolution Over Generations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Generation II: Johto region (1999)</a:t>
            </a:r>
          </a:p>
          <a:p>
            <a:pPr lvl="1"/>
            <a:r>
              <a:t>Generation III: Hoenn region (2002)</a:t>
            </a:r>
          </a:p>
          <a:p>
            <a:pPr lvl="1"/>
            <a:r>
              <a:t>Generation IV: Sinnoh region (2006)</a:t>
            </a:r>
          </a:p>
          <a:p>
            <a:pPr lvl="1"/>
            <a:r>
              <a:t>Generation VIII: Galar region (2019)</a:t>
            </a:r>
          </a:p>
          <a:p>
            <a:pPr lvl="1"/>
            <a:r>
              <a:t>Over 900 Pokémon species today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Battle System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Turn-based combat system</a:t>
            </a:r>
          </a:p>
          <a:p>
            <a:pPr lvl="1"/>
            <a:r>
              <a:t>18 different Pokémon types</a:t>
            </a:r>
          </a:p>
          <a:p>
            <a:pPr lvl="1"/>
            <a:r>
              <a:t>Rock-Paper-Scissors mechanics</a:t>
            </a:r>
          </a:p>
          <a:p>
            <a:pPr lvl="1"/>
            <a:r>
              <a:t>Status effects and special abilities</a:t>
            </a:r>
          </a:p>
          <a:p>
            <a:pPr lvl="1"/>
            <a:r>
              <a:t>Competitive battling scene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Cultural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Pokémon GO mobile phenomenon (2016)</a:t>
            </a:r>
          </a:p>
          <a:p>
            <a:pPr lvl="1"/>
            <a:r>
              <a:t>Detective Pikachu movie success</a:t>
            </a:r>
          </a:p>
          <a:p>
            <a:pPr lvl="1"/>
            <a:r>
              <a:t>Merchandise worth billions</a:t>
            </a:r>
          </a:p>
          <a:p>
            <a:pPr lvl="1"/>
            <a:r>
              <a:t>Theme parks and attractions</a:t>
            </a:r>
          </a:p>
          <a:p>
            <a:pPr lvl="1"/>
            <a:r>
              <a:t>Global community of fans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Trading Card Game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Launched in 1996 in Japan</a:t>
            </a:r>
          </a:p>
          <a:p>
            <a:pPr lvl="1"/>
            <a:r>
              <a:t>Over 30 billion cards sold</a:t>
            </a:r>
          </a:p>
          <a:p>
            <a:pPr lvl="1"/>
            <a:r>
              <a:t>Rare cards worth thousands</a:t>
            </a:r>
          </a:p>
          <a:p>
            <a:pPr lvl="1"/>
            <a:r>
              <a:t>Professional tournaments worldwide</a:t>
            </a:r>
          </a:p>
          <a:p>
            <a:pPr lvl="1"/>
            <a:r>
              <a:t>Still popular today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Future of Pokémon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Pokémon HOME: Cloud service connecting all games</a:t>
            </a:r>
          </a:p>
          <a:p>
            <a:pPr lvl="1"/>
            <a:r>
              <a:t>Scarlet and Violet (2022) open-world gameplay</a:t>
            </a:r>
          </a:p>
          <a:p>
            <a:pPr lvl="1"/>
            <a:r>
              <a:t>Pokémon Legends: Arceus prequel</a:t>
            </a:r>
          </a:p>
          <a:p>
            <a:pPr lvl="1"/>
            <a:r>
              <a:t>Nintendo Switch Online integration</a:t>
            </a:r>
          </a:p>
          <a:p>
            <a:pPr lvl="1"/>
            <a:r>
              <a:t>Mobile games expanding with Pokémon Unite</a:t>
            </a:r>
          </a:p>
          <a:p>
            <a:pPr lvl="1"/>
            <a:r>
              <a:t>Augmented reality in Pokémon GO</a:t>
            </a:r>
          </a:p>
          <a:p>
            <a:pPr lvl="1"/>
            <a:r>
              <a:t>Cross-platform connectivity features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Pokémon Endures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 lvl="1"/>
            <a:r>
              <a:t>Nostalgia for original fans</a:t>
            </a:r>
          </a:p>
          <a:p>
            <a:pPr lvl="1"/>
            <a:r>
              <a:t>Simple yet deep gameplay</a:t>
            </a:r>
          </a:p>
          <a:p>
            <a:pPr lvl="1"/>
            <a:r>
              <a:t>Constant innovation</a:t>
            </a:r>
          </a:p>
          <a:p>
            <a:pPr lvl="1"/>
            <a:r>
              <a:t>Strong community</a:t>
            </a:r>
          </a:p>
          <a:p>
            <a:pPr lvl="1"/>
            <a:r>
              <a:t>Timeless appeal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